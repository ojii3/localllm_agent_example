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rgbClr val="21262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_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HANDS-ON SEMINAR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入門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</a:t>
            </a:r>
            <a:pPr algn="l"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× </a:t>
            </a:r>
            <a:pPr algn="l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</a:t>
            </a:r>
            <a:pPr algn="l"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 “動くAI” を体験する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4764024"/>
            <a:ext cx="56509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8783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8783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48783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764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opencode — getting started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521208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接続中… OpenRouter / Free Models Router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今日はこれを動かします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情報学科 研究室向け / 所要 約1時間 / 無料でできます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今日のゴール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685800" cy="6858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“何か”が分かる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コーディングエージェントとは何か、普段のAIチャットと何が違うのかを理解する。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2331720"/>
            <a:ext cx="685800" cy="6858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73168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自分のPCで動かす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73168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を実際にインストールし、OpenRouter につないで起動するところまでやる。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0496" y="2331720"/>
            <a:ext cx="685800" cy="68580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40496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40496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“自動化”を体験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40496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チャットにとどまらず、エージェントにファイルを作らせてミニアプリを動かす。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今日の流れ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566928" cy="56692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64" dirty="0"/>
          </a:p>
        </p:txBody>
      </p:sp>
      <p:sp>
        <p:nvSpPr>
          <p:cNvPr id="8" name="Text 6"/>
          <p:cNvSpPr/>
          <p:nvPr/>
        </p:nvSpPr>
        <p:spPr>
          <a:xfrm>
            <a:off x="1828800" y="200253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知る：エージェントって何？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4048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座学でイメージをつかむ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187452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〜15分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191256"/>
            <a:ext cx="566928" cy="566928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64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準備：OpenCode を入れる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51129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 / WSL でインストール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94392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〜15分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87368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64" dirty="0"/>
          </a:p>
        </p:txBody>
      </p:sp>
      <p:sp>
        <p:nvSpPr>
          <p:cNvPr id="20" name="Text 18"/>
          <p:cNvSpPr/>
          <p:nvPr/>
        </p:nvSpPr>
        <p:spPr>
          <a:xfrm>
            <a:off x="1828800" y="42153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つなぐ：OpenRouter に接続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6177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APIキーを作って /connect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94392" y="4087368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〜10分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5404104"/>
            <a:ext cx="566928" cy="5669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404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64" dirty="0"/>
          </a:p>
        </p:txBody>
      </p:sp>
      <p:sp>
        <p:nvSpPr>
          <p:cNvPr id="26" name="Text 24"/>
          <p:cNvSpPr/>
          <p:nvPr/>
        </p:nvSpPr>
        <p:spPr>
          <a:xfrm>
            <a:off x="1828800" y="5321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作る：ミニアプリを生成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57241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1ファイルのWebアプリを作らせる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94392" y="5193792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〜20分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AIチャット、使ってますか？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や Claude に質問 → 返ってきた答えを</a:t>
            </a:r>
            <a:pPr algn="l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自分でコピペ</a:t>
            </a:r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ふつうの AI チャット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質問すると文章を返してくれる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コードも“テキストとして”もらえる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でも…ファイルに保存するのは自分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実行・テスト・修正も全部自分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2697480"/>
            <a:ext cx="822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812280" y="2697480"/>
            <a:ext cx="4709160" cy="3108960"/>
          </a:xfrm>
          <a:prstGeom prst="roundRect">
            <a:avLst>
              <a:gd name="adj" fmla="val 23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12280" y="2697480"/>
            <a:ext cx="82296" cy="3108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3566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コピペの“その先”を、AIが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あなたのPCの上で自分でやる。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コーディングエージェントとは？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ひとことで言うと —— あなたのPCを操作できるAI。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ファイルを読む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プロジェクト全体を把握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9584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22192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822192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2192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ファイルを書く・直す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2192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コードを実際に保存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696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1696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コマンドを実行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11696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ビルド・テスト・起動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08592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エラーを読んで直す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結果を見て自分で修正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892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つまり </a:t>
            </a:r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「指示すると、自分で手を動かして仕事を進めてくれる」</a:t>
            </a:r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のがエージェント。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代表的なエージェント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高性能。CLIから本格的な開発。基本は有料モデル。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Codex CLI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73168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3429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OpenAIのCLIエージェント。ChatGPTの延長で使える。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965960"/>
            <a:ext cx="3383280" cy="822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8540496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540496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オープンソース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0496" y="3429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好きなモデルに接続できる。無料モデルでも動く。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0496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今日はこれを使います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“ターミナル” で動くの？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 = PCに文字で命令する場所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ファイル操作もコマンド実行も、ここから全部できる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エージェントの“手”として一番都合がいい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ボタンを探すより速く・自動で動かせる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黒い画面が苦手でも大丈夫 — 今日はコピペ中心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1384" y="1929384"/>
            <a:ext cx="50109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05916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929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こんな世界です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48272" y="2377440"/>
            <a:ext cx="4572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ls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index.html  README.md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 index.html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ブラウザでアプリが起動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じゃんけんゲームを作って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作成中: index.html 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とは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143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122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オープンソース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無料で使える。ターミナルで動くTUIのエージェント。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73552"/>
            <a:ext cx="82296" cy="1143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198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モデルが自由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/ OpenRouter など好きなモデルに接続。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81144"/>
            <a:ext cx="82296" cy="11430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27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今日の構成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1480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の無料モデルにつないで動かす。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32320" y="1965960"/>
            <a:ext cx="4389120" cy="3904488"/>
          </a:xfrm>
          <a:prstGeom prst="roundRect">
            <a:avLst>
              <a:gd name="adj" fmla="val 14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1464" y="1975104"/>
            <a:ext cx="43708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6912" y="20894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0894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1" name="Shape 19"/>
          <p:cNvSpPr/>
          <p:nvPr/>
        </p:nvSpPr>
        <p:spPr>
          <a:xfrm>
            <a:off x="7699248" y="20894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975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TUI イメージ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88352" y="24231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OpenCode を起動しました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_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ここに指示を書く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/connect でモデルに接続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OpenRouter？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1284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1つのキーで多数のモデル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54480" y="2633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のAPIキー1本で、いろんなモデルを切り替えて使える。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221284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9752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無料モデルがある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59752" y="2633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今日はここを使う。料金は input / output ともに $0。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9959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普段のquotaを使わない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54480" y="44165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ChatGPT等の課金枠を消費しないので、気兼ねなく試せる。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5352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65392" y="39959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9752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Models Router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59752" y="44165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空いている無料モデルへ自動でつないでくれる。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今日やること（全体図）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807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" y="2286000"/>
            <a:ext cx="3108960" cy="914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Shape 5"/>
          <p:cNvSpPr/>
          <p:nvPr/>
        </p:nvSpPr>
        <p:spPr>
          <a:xfrm>
            <a:off x="1773936" y="2743200"/>
            <a:ext cx="777240" cy="77724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177393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60807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入れる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インストール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5324" y="2286000"/>
            <a:ext cx="786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3999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9996" y="2286000"/>
            <a:ext cx="310896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705856" y="2743200"/>
            <a:ext cx="777240" cy="7772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570585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453999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3999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に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/connect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67244" y="2286000"/>
            <a:ext cx="786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847191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71916" y="2286000"/>
            <a:ext cx="3108960" cy="914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Shape 19"/>
          <p:cNvSpPr/>
          <p:nvPr/>
        </p:nvSpPr>
        <p:spPr>
          <a:xfrm>
            <a:off x="9637776" y="2743200"/>
            <a:ext cx="777240" cy="7772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963777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847191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7191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ミニアプリを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生成して動かす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この3ステップを、これから順番にやっていきます。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0 ── ターミナルを開く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「ターミナル.app」を開く</a:t>
            </a:r>
            <a:endParaRPr lang="en-US" sz="14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Spotlight で “ターミナル” 検索でもOK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WSL の Ubuntu ターミナルを開く</a:t>
            </a:r>
            <a:endParaRPr lang="en-US" sz="14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PowerShell ではない点に注意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977640"/>
            <a:ext cx="82296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7764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Windows の人へ：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この先のコマンドはすべて Ubuntu のターミナル内で実行します。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" y="5084064"/>
            <a:ext cx="50109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519836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519836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7008" y="519836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50840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動作確認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553212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pwd   # 今どこにいるか確認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 ── OpenCode を入れる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384048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92938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macOS + Homebrew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48463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Homebrew を更新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brew update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OpenCode を入れる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brew install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anomalyco/tap/opencode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確認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 --version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303520" cy="384048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192938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251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678484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Windows (WSL Ubuntu)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48463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基本ツール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sudo apt update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sudo apt install -y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curl git ca-certificates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OpenCode を入れる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curl -fsSL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https://opencode.ai/install | bash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 --version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 ── OpenRouter API キーを作る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30552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32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サイトを開く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openrouter.ai/keys にアクセス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081528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32" dirty="0"/>
          </a:p>
        </p:txBody>
      </p:sp>
      <p:sp>
        <p:nvSpPr>
          <p:cNvPr id="13" name="Text 11"/>
          <p:cNvSpPr/>
          <p:nvPr/>
        </p:nvSpPr>
        <p:spPr>
          <a:xfrm>
            <a:off x="1691640" y="3008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サインイン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558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アカウントでログイン（無料）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67912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032504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32" dirty="0"/>
          </a:p>
        </p:txBody>
      </p:sp>
      <p:sp>
        <p:nvSpPr>
          <p:cNvPr id="18" name="Text 16"/>
          <p:cNvSpPr/>
          <p:nvPr/>
        </p:nvSpPr>
        <p:spPr>
          <a:xfrm>
            <a:off x="1691640" y="3959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キーを作成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30682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「Create Key」を押す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9834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232" dirty="0"/>
          </a:p>
        </p:txBody>
      </p:sp>
      <p:sp>
        <p:nvSpPr>
          <p:cNvPr id="23" name="Text 21"/>
          <p:cNvSpPr/>
          <p:nvPr/>
        </p:nvSpPr>
        <p:spPr>
          <a:xfrm>
            <a:off x="169164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控える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5257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sk-or-… で始まるキーをコピーしておく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1965960"/>
            <a:ext cx="4160520" cy="3822192"/>
          </a:xfrm>
          <a:prstGeom prst="roundRect">
            <a:avLst>
              <a:gd name="adj" fmla="val 19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965960"/>
            <a:ext cx="82296" cy="382219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7B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キーの取り扱い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26680" y="2834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パスワードと同じ秘密情報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README や Git に直接書かない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人に見せない・貼らない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が安全に保存する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 ── リポジトリへ移動する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作業場所として、このセミナー用リポジトリを取得します。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768096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432304"/>
            <a:ext cx="76626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5466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5466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5466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43230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clone して移動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7223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git clone \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https://github.com/OJII3/opencode_openrouter_free_example.git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cd opencode_openrouter_free_example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0" y="242316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もう開いている人は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場所の確認だけでOK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pwd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 が無いと言われたら、STEP 1 のツール導入コマンドをもう一度確認しましょう。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4 ── OpenCode を起動する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020824"/>
            <a:ext cx="510235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1351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1351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1351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0208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起動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4688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入力するのはこれだけ。TUI（ターミナルの画面）が開きます。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80560"/>
            <a:ext cx="82296" cy="13716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480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 not found の時：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ターミナルを一度閉じて開き直す。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18504" y="2020824"/>
            <a:ext cx="51937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21351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21351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876288" y="21351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0208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こんな画面が開きます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65392" y="2468880"/>
            <a:ext cx="47548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OpenCode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_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ここに指示を打ち込む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次は /connect で接続します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5 ── /connect で接続する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1742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17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737360" y="2130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/connect と入力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TUIの入力欄に打って Enter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40614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06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737360" y="3319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721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provider 一覧から選択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5948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594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737360" y="45079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キーを貼る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 で控えたキーを貼り付け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965960"/>
            <a:ext cx="4480560" cy="182880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0024" y="1975104"/>
            <a:ext cx="44622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20894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20894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07808" y="20894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9751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入力イメージ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96912" y="2423160"/>
            <a:ext cx="4023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/connect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Provider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OpenRouter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API Key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sk-or-••••••••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4088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0" y="4023360"/>
            <a:ext cx="82296" cy="1737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キーは OpenCode 側に保存される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40664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環境変数 OPENROUTER_API_KEY を自分で設定する必要はありません。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6 ── Free Models Router を選ぶ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モデル選択画面で </a:t>
            </a:r>
            <a:pPr algn="l" indent="0" marL="0">
              <a:buNone/>
            </a:pPr>
            <a:r>
              <a:rPr lang="en-US" sz="165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Models Router</a:t>
            </a:r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（= openrouter/free）を選びます。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432304"/>
            <a:ext cx="54681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5466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5466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5466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4323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モデルを探す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5029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見つからなければ検索欄に：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Free Models Router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または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openrouter/free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Router？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063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特定の無料モデルは混雑で使えないことがある。Router は空いている無料モデルへ自動でつなぎます。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526280"/>
            <a:ext cx="82296" cy="13258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動作確認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16636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Reply with OK only.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と送って </a:t>
            </a:r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OK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が返れば、接続成功です 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つかいかた（基本）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12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指示を書いて 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511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やってほしいことを日本語で書いて送るだけ。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73552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19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様子が表示される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8587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ファイルを作る・編集する過程がそのまま見える。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81144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274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確認しながら進む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変更内容を見て、続けて指示を重ねていける。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4572000" cy="3904488"/>
          </a:xfrm>
          <a:prstGeom prst="roundRect">
            <a:avLst>
              <a:gd name="adj" fmla="val 14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58584" y="1975104"/>
            <a:ext cx="45537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20894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20894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6368" y="20894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975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やりとりの例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05472" y="2423160"/>
            <a:ext cx="4114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じゃんけんゲームを作って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● 作成中  index.html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&lt;!DOCTYPE html&gt;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&lt;button&gt;グー&lt;/button&gt;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…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✓ できました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ブラウザで開いてみて！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7 ── ミニアプリを作らせる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“1つのHTMLファイルで動くアプリ” </a:t>
            </a:r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を作ってもらおう。環境構築が要らず、ブラウザで即確認できます。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2606040" cy="822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じゃんけん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勝敗を判定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9584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2514600"/>
            <a:ext cx="2606040" cy="8229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03904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ToDoリスト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03904" y="3520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追加・削除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19088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2514600"/>
            <a:ext cx="2606040" cy="8229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ストップウォッチ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3408" y="3520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計測・リセット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08592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08592" y="2514600"/>
            <a:ext cx="2606040" cy="8229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9582912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オセロ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82912" y="3520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（挑戦）盤面で対戦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572000"/>
            <a:ext cx="82296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72000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ポイント：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index.html だけで完結する形にすると、Node などの環境構築なしで動かせます。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プロンプト例（そのまま使える）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82880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929384"/>
            <a:ext cx="10890504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2938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OpenCode に貼り付ける指示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10451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index.html だけで動く「じゃんけんゲーム」を作って。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HTML / CSS / JS を1つのファイルにまとめて。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見た目もシンプルに整えて、勝敗が分かるようにして。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何を作るか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アプリの種類をはっきり書く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07408" y="4114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7448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どんな形か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7448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「1ファイルで」など制約を伝える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74736" y="4114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94776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どう見せるか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94776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見た目・動作の希望を一言そえる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ブラウザで動かしてみる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できた index.html を開けば、もうアプリが動きます。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ターミナルで open、またはファイルをダブルクリック。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 (WSL)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explorer.exe . でフォルダを開き、index.html をダブルクリック。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16966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428396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28396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7008" y="428396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1696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4617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 index.html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27064" y="416966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428396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428396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3" name="Shape 21"/>
          <p:cNvSpPr/>
          <p:nvPr/>
        </p:nvSpPr>
        <p:spPr>
          <a:xfrm>
            <a:off x="6784848" y="428396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1696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WSL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4617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explorer.exe 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動いたら成功！ うまくいかない時は次のページへ。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うまくいかない時のコツ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無料・軽量モデルでも、頼み方を工夫すると安定します。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554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334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小さく分けて頼む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一度に全部より、機能ごとに少しずつ。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23774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377440"/>
            <a:ext cx="82296" cy="1554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26334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具体的に書く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11112" y="31272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何を・どんな見た目か、はっきり伝える。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16052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16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エラーは貼って渡す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9103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出たメッセージをそのまま貼り「直して」。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5352" y="41605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4160520"/>
            <a:ext cx="82296" cy="1554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4416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もう一度送る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11112" y="49103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Router が別の無料モデルに切り替わることも。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もう一歩：AGENTS.md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プロジェクトに </a:t>
            </a:r>
            <a:pPr algn="l" indent="0" marL="0">
              <a:buNone/>
            </a:pPr>
            <a:r>
              <a:rPr lang="en-US" sz="165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AGENTS.md</a:t>
            </a:r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を置くと、エージェントに“前提やルール”を毎回伝えられます。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852160" cy="3017520"/>
          </a:xfrm>
          <a:prstGeom prst="roundRect">
            <a:avLst>
              <a:gd name="adj" fmla="val 181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523744"/>
            <a:ext cx="58338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63804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63804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63804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5237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53949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AGENTS.md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ルール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返答は日本語で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アプリは index.html 1枚で作る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凝った依存は入れない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766560" y="251460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2788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何がうれしい？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33375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毎回同じ指示を書かなくて済む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チームで前提をそろえられる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“こう動いてほしい”を一度書くだけ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無料枠の上限に注意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未課金アカウントの無料モデルには、OpenRouter の利用上限があります。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8156" y="256032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8156" y="2560320"/>
            <a:ext cx="457200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248156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48156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リクエスト / 日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68796" y="256032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68796" y="2560320"/>
            <a:ext cx="4572000" cy="91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68796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368796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リクエスト / 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上限に当たったら、少し時間をおいてから再開しましょう。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今日できたこと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942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コーディングエージェントが何か理解した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25526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06324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を自分のPCにインストールした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26110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406908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の無料モデルに接続した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526694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07492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エージェントにミニアプリを作らせた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もっと先へ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554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219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他のエージェントも試す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157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や Codex CLI を触ってみる。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1965960"/>
            <a:ext cx="82296" cy="1554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2219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高性能モデルで本格開発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1112" y="27157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有料モデルにすると精度・速度が上がる。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4904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05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Webアプリに挑戦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4988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Node を入れて Vite などで本格的なアプリへ。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5352" y="37490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3749040"/>
            <a:ext cx="82296" cy="1554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4005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 と組み合わせる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11112" y="44988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変更履歴を残しながら安全に開発する。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参考リンク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82296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ドキュメント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opencode.ai/docs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26664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26664"/>
            <a:ext cx="82296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26664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API キー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3026664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openrouter.ai/keys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41648"/>
            <a:ext cx="82296" cy="8686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4164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Models Router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4041648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openrouter.ai/openrouter/free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056632"/>
            <a:ext cx="82296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5663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このセミナーの README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5056632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github.com/OJII3/opencode_openrouter_free_example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rgbClr val="21262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_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おつかれさまでした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今日の続きは、あなたのPCの中で。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5943600" cy="1280160"/>
          </a:xfrm>
          <a:prstGeom prst="roundRect">
            <a:avLst>
              <a:gd name="adj" fmla="val 428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4672584"/>
            <a:ext cx="59253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7868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7868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47868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672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Happy hacking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51206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次は何を作ろうか？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コーディングエージェント入門</dc:title>
  <dc:subject>PptxGenJS Presentation</dc:subject>
  <dc:creator>OJII3</dc:creator>
  <cp:lastModifiedBy>OJII3</cp:lastModifiedBy>
  <cp:revision>1</cp:revision>
  <dcterms:created xsi:type="dcterms:W3CDTF">2026-05-30T05:05:23Z</dcterms:created>
  <dcterms:modified xsi:type="dcterms:W3CDTF">2026-05-30T05:05:23Z</dcterms:modified>
</cp:coreProperties>
</file>