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1ファイルのWebアプリを作らせる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AIチャット、使ってますか？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ビルド・テスト・起動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つまり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「指示すると、自分で手を動かして仕事を進めてくれる」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のがエージェント。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ボタンを探すより速く・自動で動かせる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黒い画面が苦手でも大丈夫 — 今日はコピペ中心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 index.html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ブラウザでアプリが起動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生成して動かす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作業用のフォルダを1つ作り、その中で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作業フォルダを作って入る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mkdir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cd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を起動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2423160"/>
            <a:ext cx="82296" cy="2331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git は使いません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75120" y="32004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フォルダを1つ作るだけ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好きな名前でOK（例: todo-app）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作ったファイルはこの中にできる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98348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98348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 not found の時：</a:t>
            </a:r>
            <a:pPr algn="l"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ターミナルを一度閉じて、開き直してからもう一度 opencode を実行。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21742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174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1305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5328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4061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4061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3192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721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45948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45948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5079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4910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965960"/>
            <a:ext cx="448056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197510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197510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423160"/>
            <a:ext cx="40233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/connect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Provider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OpenRouter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API Key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sk-or-••••••••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40880" y="4023360"/>
            <a:ext cx="4480560" cy="1737360"/>
          </a:xfrm>
          <a:prstGeom prst="roundRect">
            <a:avLst>
              <a:gd name="adj" fmla="val 42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040880" y="4023360"/>
            <a:ext cx="82296" cy="1737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キーは OpenCode 側に保存される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406640" y="4709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環境変数を自分で設定する必要はありません。一度つなげば次回からは不要です。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（= openrouter/free）を選びます。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見つからなければ検索欄に：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Free Models 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または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openrouter/free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2651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Router？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特定の無料モデルは混雑で使えないことがある。Router は空いている無料モデルへ自動でつなぎます。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516636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● 作成中 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&lt;!DOCTYPE html&gt;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&lt;input id="task"&gt;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できました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ブラウザで開いてみて！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6 ── 今日作るのは ToDo アプリ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493776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883664"/>
            <a:ext cx="491947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0208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24128" y="20208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25296" y="20208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18836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My ToDo — index.html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" y="2560320"/>
            <a:ext cx="31089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25603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51960" y="2560320"/>
            <a:ext cx="96012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256032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3291840"/>
            <a:ext cx="420624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88720" y="3438144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00200" y="32918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2918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05840" y="4041648"/>
            <a:ext cx="420624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418795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00200" y="40416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92040" y="40416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05840" y="4791456"/>
            <a:ext cx="420624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4937760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47914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479145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943600" y="1874520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43600" y="187452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19842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タスクを追加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09360" y="23500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入力して「追加」で登録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43600" y="2862072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43600" y="2862072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29718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完了でチェック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309360" y="3337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押すと打ち消し線が付く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0" y="3849624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943600" y="3849624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いらないものは削除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09360" y="43251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ボタンで消える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943600" y="4837176"/>
            <a:ext cx="557784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943600" y="4837176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49469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309360" y="53126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943600" y="58978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ぜんぶ index.html 1ファイルだけ。Node などの環境構築は不要です。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コツは “少しずつ” 頼むこと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一度に全部より、3回に分けて頼むと無料モデルでも安定して完成します。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7432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91640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骨組み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914400" y="3566160"/>
            <a:ext cx="2834640" cy="2057400"/>
          </a:xfrm>
          <a:prstGeom prst="roundRect">
            <a:avLst>
              <a:gd name="adj" fmla="val 222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7490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index.html だけで動く ToDo アプリを作って。入力欄と「追加」ボタンを置いて、入力したタスクが下のリストに並ぶようにして。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07408" y="242316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07408" y="2423160"/>
            <a:ext cx="3383280" cy="8229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727448" y="27432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458968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機能を足す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4681728" y="3566160"/>
            <a:ext cx="2834640" cy="2057400"/>
          </a:xfrm>
          <a:prstGeom prst="roundRect">
            <a:avLst>
              <a:gd name="adj" fmla="val 222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37490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各タスクにチェックと削除ボタンを付けて。チェックしたら打ち消し線、× を押すと消えるようにして。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74736" y="242316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74736" y="2423160"/>
            <a:ext cx="3383280" cy="8229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0" name="Text 18"/>
          <p:cNvSpPr/>
          <p:nvPr/>
        </p:nvSpPr>
        <p:spPr>
          <a:xfrm>
            <a:off x="8494776" y="27432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226296" y="2743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仕上げ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449056" y="3566160"/>
            <a:ext cx="2834640" cy="2057400"/>
          </a:xfrm>
          <a:prstGeom prst="roundRect">
            <a:avLst>
              <a:gd name="adj" fmla="val 222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31936" y="374904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内容を localStorage に保存して、開き直しても残るようにして。見た目もシンプルに整えて。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できた index.html を開けば、もう ToDo アプリが動きます。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697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1089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ターミナルで open、またはファイルをダブルクリック。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2697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 (WSL)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31089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explorer.exe . でフォルダを開き、index.html をダブルクリック。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" y="416966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672" y="42839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2839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7008" y="42839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1463040" y="416966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6112" y="4617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 index.html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1605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27064" y="416966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1" name="Shape 19"/>
          <p:cNvSpPr/>
          <p:nvPr/>
        </p:nvSpPr>
        <p:spPr>
          <a:xfrm>
            <a:off x="6382512" y="42839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2" name="Shape 20"/>
          <p:cNvSpPr/>
          <p:nvPr/>
        </p:nvSpPr>
        <p:spPr>
          <a:xfrm>
            <a:off x="6583680" y="42839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3" name="Shape 21"/>
          <p:cNvSpPr/>
          <p:nvPr/>
        </p:nvSpPr>
        <p:spPr>
          <a:xfrm>
            <a:off x="6784848" y="42839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0" y="416966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WSL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73952" y="4617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explorer.exe 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タスクを追加して、チェック・削除ができたら成功！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うまくいかない時のコツ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無料・軽量モデルでも、頼み方を工夫すると安定します。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544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小さく分けて頼む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さっきの ①→②→③ のように少しずつ。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544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具体的に書く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何を・どんな見た目か、はっきり伝える。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60520"/>
            <a:ext cx="82296" cy="1554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エラーは貼って渡す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出たメッセージをそのまま貼り「直して」。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160520"/>
            <a:ext cx="82296" cy="1554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もう一度送る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Router が別の無料モデルに切り替わることも。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ツール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指示ファイル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OpenCode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Codex CLI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 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7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アプリは index.html 1枚で作る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凝った依存は入れない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エージェントに ToDo アプリを作らせた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2026-05-30T06:15:12Z</dcterms:created>
  <dcterms:modified xsi:type="dcterms:W3CDTF">2026-05-30T06:15:12Z</dcterms:modified>
</cp:coreProperties>
</file>