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複数ファイルに分けて作らせる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AIチャット、使ってますか？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ビルド・テスト・起動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つまり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「指示すると、自分で手を動かして仕事を進めてくれる」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のがエージェント。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ボタンを探すより速く・自動で動かせる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黒い画面が苦手でも大丈夫 — 今日はコピペ中心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→ localhost:8000 で確認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ToDoアプリを分割して作って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src/app.js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複数ファイルで生成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作業用のフォルダを1つ作り、その中で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作業フォルダを作って入る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mkdir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cd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を起動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2423160"/>
            <a:ext cx="82296" cy="2331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git は使いません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75120" y="32004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フォルダを1つ作るだけ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好きな名前でOK（例: todo-app）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作ったファイルはこの中にできる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98348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98348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 not found の時：</a:t>
            </a:r>
            <a:pPr algn="l"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ターミナルを一度閉じて、開き直してからもう一度 opencode を実行。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21742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174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1305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5328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4061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4061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3192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721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45948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45948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5079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4910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965960"/>
            <a:ext cx="448056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197510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197510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423160"/>
            <a:ext cx="40233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/connect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Provider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OpenRouter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API Key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sk-or-••••••••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40880" y="4023360"/>
            <a:ext cx="4480560" cy="1737360"/>
          </a:xfrm>
          <a:prstGeom prst="roundRect">
            <a:avLst>
              <a:gd name="adj" fmla="val 42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040880" y="4023360"/>
            <a:ext cx="82296" cy="1737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キーは OpenCode 側に保存される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406640" y="4709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環境変数を自分で設定する必要はありません。一度つなげば次回からは不要です。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（= openrouter/free）を選びます。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見つからなければ検索欄に：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Free Models 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または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openrouter/free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2651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Router？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特定の無料モデルは混雑で使えないことがある。Router は空いている無料モデルへ自動でつなぎます。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516636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ToDoアプリを分割して作って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● 作成中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styles.css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src/storage.js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src/todo.js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src/app.js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5ファイル作成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1ファイルでは出ない “本領”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ここからが、チャットにコピペするのと分かれる道です。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5257800" cy="3200400"/>
          </a:xfrm>
          <a:prstGeom prst="roundRect">
            <a:avLst>
              <a:gd name="adj" fmla="val 228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 + コピペ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コードを1つもらってコピペ</a:t>
            </a:r>
            <a:endParaRPr lang="en-US" sz="15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ファイルが増えると破綻しがち</a:t>
            </a:r>
            <a:endParaRPr lang="en-US" sz="15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全体の整合は自分でとる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468880"/>
            <a:ext cx="822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468880"/>
            <a:ext cx="4709160" cy="3200400"/>
          </a:xfrm>
          <a:prstGeom prst="roundRect">
            <a:avLst>
              <a:gd name="adj" fmla="val 2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468880"/>
            <a:ext cx="82296" cy="3200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697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24612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複数ファイルを“まとめて”作る</a:t>
            </a:r>
            <a:endParaRPr lang="en-US" sz="15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ファイルをまたいで直す・整理する</a:t>
            </a:r>
            <a:endParaRPr lang="en-US" sz="15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規模が大きいほど差が出る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6 ── ToDoアプリを “分割して” 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669280" cy="3886200"/>
          </a:xfrm>
          <a:prstGeom prst="roundRect">
            <a:avLst>
              <a:gd name="adj" fmla="val 141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6509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ファイル構成（ES Modules）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5212080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todo-app/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index.html     画面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styles.css     見た目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storage.js   保存（localStorage）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todo.js      追加・完了・削除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app.js       画面とロジックの入口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92024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0" y="1920240"/>
            <a:ext cx="82296" cy="7498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タスクを追加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23591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入力して「追加」で登録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2798064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2798064"/>
            <a:ext cx="82296" cy="7498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2889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完了でチェック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3236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押すと打ち消し線が付く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75120" y="3675888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3675888"/>
            <a:ext cx="82296" cy="7498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いらないものは削除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114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ボタンで消える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0" y="4553712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75120" y="4553712"/>
            <a:ext cx="82296" cy="7498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46451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40880" y="4992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75120" y="5532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分け方も“どう動くか”も、まとめてエージェントにお任せできます。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“分割して” と頼む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ファイル構成と役割を伝えるのがコツ。あとはエージェントが一気に作ります。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10908792" cy="2697480"/>
          </a:xfrm>
          <a:prstGeom prst="roundRect">
            <a:avLst>
              <a:gd name="adj" fmla="val 203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10890504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9811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に貼り付ける指示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1045159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ToDoアプリを作って。ES Modules で次のように分割して：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index.html      … 画面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styles.css      … 見た目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src/storage.js  … localStorage への保存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src/todo.js     … 追加・完了・削除のロジック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src/app.js      … 画面とロジックをつなぐ入口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タスクの追加・完了チェック・削除ができて、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リロードしても残るようにして。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ファイル構成を書く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どんなファイルに分けるか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7408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27448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役割を一言ずつ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27448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各ファイルが何を担当するか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74736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94776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「ES Modules で」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4776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import / export で分割と伝える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分割したコードは “ローカルサーバー” で開きます。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（ダブルクリックでは動きません）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615184"/>
            <a:ext cx="51937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7294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7294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7294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6151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ローカルサーバーを起動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3063240"/>
            <a:ext cx="47548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プロジェクトのフォルダで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ブラウザで開く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http://localhost:8000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エージェントに頼んでもOK：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「このフォルダをローカルサーバーで開いて」と言えば、起動まで任せられます。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92024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9384"/>
            <a:ext cx="523951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0665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47688" y="20665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0" name="Shape 18"/>
          <p:cNvSpPr/>
          <p:nvPr/>
        </p:nvSpPr>
        <p:spPr>
          <a:xfrm>
            <a:off x="6848856" y="20665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1929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My ToDo  ·  localhost:8000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263347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334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149840" y="2633472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511296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33649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835640" y="33649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629400" y="4114800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261104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35640" y="41148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629400" y="4864608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01091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3760" y="486460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835640" y="486460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うまくいかない時のコツ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無料・軽量モデルでも、頼み方を工夫すると安定します。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544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小さく分けて頼む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一度に全部より、機能ごとに少しずつ。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544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具体的に書く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何を・どんな見た目か、はっきり伝える。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60520"/>
            <a:ext cx="82296" cy="1554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エラーは貼って渡す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出たメッセージをそのまま貼り「直して」。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160520"/>
            <a:ext cx="82296" cy="1554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もう一度送る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Router が別の無料モデルに切り替わることも。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ツール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指示ファイル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OpenCode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Codex CLI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 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7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アプリは index.html 1枚で作る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凝った依存は入れない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複数ファイルの ToDo アプリを作らせた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28 / 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2026-05-30T06:38:04Z</dcterms:created>
  <dcterms:modified xsi:type="dcterms:W3CDTF">2026-05-30T06:38:04Z</dcterms:modified>
</cp:coreProperties>
</file>